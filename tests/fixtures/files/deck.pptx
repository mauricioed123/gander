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Willowmere Kickoff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1 of three.</a:t>
            </a:r>
          </a:p>
          <a:p>
            <a:r>
              <a:t>Invented content, for rendering only.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found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2 of three.</a:t>
            </a:r>
          </a:p>
          <a:p>
            <a:r>
              <a:t>Invented content, for rendering only.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happens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3 of three.</a:t>
            </a:r>
          </a:p>
          <a:p>
            <a:r>
              <a:t>Invented content, for rendering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Gander tests</dc:creator>
  <cp:keywords/>
  <dc:description>generated using python-pptx</dc:description>
  <cp:lastModifiedBy>Gander tests</cp:lastModifiedBy>
  <cp:revision>1</cp:revision>
  <dcterms:created xsi:type="dcterms:W3CDTF">2026-01-01T00:00:00Z</dcterms:created>
  <dcterms:modified xsi:type="dcterms:W3CDTF">2026-01-01T00:00:00Z</dcterms:modified>
  <cp:category/>
</cp:coreProperties>
</file>